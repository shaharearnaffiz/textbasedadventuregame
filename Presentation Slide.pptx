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29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07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594360"/>
            <a:ext cx="2103120" cy="2103120"/>
          </a:xfrm>
          <a:prstGeom prst="ellipse">
            <a:avLst/>
          </a:prstGeom>
          <a:solidFill>
            <a:srgbClr val="4F8EF7">
              <a:alpha val="15000"/>
            </a:srgbClr>
          </a:solidFill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0" y="5943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🎮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NSU Campus Adventure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Adventure Game in 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3291840" cy="347472"/>
          </a:xfrm>
          <a:prstGeom prst="rect">
            <a:avLst/>
          </a:prstGeom>
          <a:solidFill>
            <a:srgbClr val="0D163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CSE115 – Programming Language 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3291840" cy="475488"/>
          </a:xfrm>
          <a:prstGeom prst="rect">
            <a:avLst/>
          </a:prstGeom>
          <a:solidFill>
            <a:srgbClr val="0D163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</a:t>
            </a: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Shifat-E-Rabbi</a:t>
            </a:r>
            <a:endParaRPr lang="en-US" sz="9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and Computer Engineering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8046720" cy="0"/>
          </a:xfrm>
          <a:prstGeom prst="line">
            <a:avLst/>
          </a:prstGeom>
          <a:noFill/>
          <a:ln w="9525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ORDER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3840480" cy="438912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401568"/>
            <a:ext cx="310896" cy="43891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401568"/>
            <a:ext cx="310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" y="34015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Smita Elizabeth Biswas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3840480" cy="438912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310896" cy="43891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931920"/>
            <a:ext cx="310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3931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Sumaiya Karim Ilma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3401568"/>
            <a:ext cx="3840480" cy="438912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26280" y="3401568"/>
            <a:ext cx="310896" cy="43891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3401568"/>
            <a:ext cx="310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4015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Md. Shaharear Hossain Naffiz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3931920"/>
            <a:ext cx="3840480" cy="438912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26280" y="3931920"/>
            <a:ext cx="310896" cy="43891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26280" y="3931920"/>
            <a:ext cx="310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3931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Chowdhury Rounak Jahan Bushra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4825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 &amp; DESIGN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Smita Elizabeth Biswas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Storyline &amp; Game Design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14800" cy="347472"/>
          </a:xfrm>
          <a:prstGeom prst="rect">
            <a:avLst/>
          </a:prstGeom>
          <a:solidFill>
            <a:srgbClr val="0D163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Genre: Text-Based Interactive Adventure Game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4251960" cy="347472"/>
          </a:xfrm>
          <a:prstGeom prst="rect">
            <a:avLst/>
          </a:prstGeom>
          <a:solidFill>
            <a:srgbClr val="0D163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1155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Language: C (C99 Standard)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554480"/>
            <a:ext cx="8503920" cy="548640"/>
          </a:xfrm>
          <a:prstGeom prst="rect">
            <a:avLst/>
          </a:prstGeom>
          <a:solidFill>
            <a:srgbClr val="0D163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8321040" cy="51206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It's your first day at North South University. Navigate real NSU-inspired environments, make decisions, solve puzzles, and find your path as a new student!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1280160" cy="804672"/>
          </a:xfrm>
          <a:prstGeom prst="rect">
            <a:avLst/>
          </a:prstGeom>
          <a:solidFill>
            <a:srgbClr val="4F8EF7">
              <a:alpha val="25000"/>
            </a:srgbClr>
          </a:solidFill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 Main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91640" y="2916936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74520" y="2514600"/>
            <a:ext cx="1280160" cy="804672"/>
          </a:xfrm>
          <a:prstGeom prst="rect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74520" y="25146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2916936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7560" y="2514600"/>
            <a:ext cx="1280160" cy="804672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25146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916936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514600"/>
            <a:ext cx="1280160" cy="804672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5146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916936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1280160" cy="804672"/>
          </a:xfrm>
          <a:prstGeom prst="rect">
            <a:avLst/>
          </a:prstGeom>
          <a:solidFill>
            <a:srgbClr val="EF4444">
              <a:alpha val="25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25146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429000"/>
            <a:ext cx="4160520" cy="1298448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4160520" cy="30175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4290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Game Design Concepts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76732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NSU-inspired real environments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scene-by-scene structure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choices determine outcome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first-person storytelling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4160520" cy="1298448"/>
          </a:xfrm>
          <a:prstGeom prst="rect">
            <a:avLst/>
          </a:prstGeom>
          <a:solidFill>
            <a:srgbClr val="0D1630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160520" cy="30175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4290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Puzzle Integration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76732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logic puzzles per scene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validation with getValidChoice()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affect stats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branching decisions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522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952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Sumaiya Karim Ilma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Program Structure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Function-based modular design — each scene is an independent, reusable function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43200" cy="3310128"/>
          </a:xfrm>
          <a:prstGeom prst="rect">
            <a:avLst/>
          </a:prstGeom>
          <a:solidFill>
            <a:srgbClr val="0D1630"/>
          </a:solidFill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27432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822960" cy="82296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" y="2779776"/>
            <a:ext cx="2523744" cy="173736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is a self-contained void function.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concerns.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or modify scenes independently.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353312"/>
            <a:ext cx="2743200" cy="3310128"/>
          </a:xfrm>
          <a:prstGeom prst="rect">
            <a:avLst/>
          </a:prstGeom>
          <a:solidFill>
            <a:srgbClr val="0D1630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64408" y="135331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24528" y="1481328"/>
            <a:ext cx="822960" cy="82296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24528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55848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Function List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74136" y="2779776"/>
            <a:ext cx="2523744" cy="173736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mainMenu();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startGame();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gate();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academicBlock();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libraryPuzzle();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clubFair();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plaza();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showEnding();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getValidChoice(int min, int max);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1353312"/>
            <a:ext cx="2743200" cy="3310128"/>
          </a:xfrm>
          <a:prstGeom prst="rect">
            <a:avLst/>
          </a:prstGeom>
          <a:solidFill>
            <a:srgbClr val="0D163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08776" y="135331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68896" y="1481328"/>
            <a:ext cx="822960" cy="82296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68896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0216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Architecture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18504" y="2779776"/>
            <a:ext cx="2523744" cy="173736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→ mainMenu() → startGame()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gate() → academicBlock()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libraryPuzzle() → clubFair()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plaza() → showEnding()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155448"/>
          </a:xfrm>
          <a:prstGeom prst="rect">
            <a:avLst/>
          </a:prstGeom>
          <a:solidFill>
            <a:srgbClr val="0D1630"/>
          </a:solidFill>
          <a:ln w="63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 ↓  mainMenu()  ↓  startGame()  ↓  Scenes  ↓  showEnding()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5623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&amp; MENU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Sumaiya Karim Ilma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Flowchart &amp; Menu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840480" cy="3383280"/>
          </a:xfrm>
          <a:prstGeom prst="rect">
            <a:avLst/>
          </a:prstGeom>
          <a:solidFill>
            <a:srgbClr val="0D163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MENU OPTIONS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66160" cy="53035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411480" cy="530352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160020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New Game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3566160" cy="530352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411480" cy="530352"/>
          </a:xfrm>
          <a:prstGeom prst="rect">
            <a:avLst/>
          </a:prstGeom>
          <a:solidFill>
            <a:srgbClr val="4F8EF7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" y="225856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3566160" cy="53035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411480" cy="530352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1693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" y="2916936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575304"/>
            <a:ext cx="3566160" cy="53035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411480" cy="530352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57530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" y="3575304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80560" y="11887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481328"/>
            <a:ext cx="3886200" cy="365760"/>
          </a:xfrm>
          <a:prstGeom prst="rect">
            <a:avLst/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481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97980" y="18470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938528"/>
            <a:ext cx="3886200" cy="365760"/>
          </a:xfrm>
          <a:prstGeom prst="rect">
            <a:avLst/>
          </a:prstGeom>
          <a:solidFill>
            <a:srgbClr val="4F8EF7">
              <a:alpha val="20000"/>
            </a:srgbClr>
          </a:solidFill>
          <a:ln w="1524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938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mainMenu()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97980" y="23042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2395728"/>
            <a:ext cx="3886200" cy="365760"/>
          </a:xfrm>
          <a:prstGeom prst="rect">
            <a:avLst/>
          </a:prstGeom>
          <a:solidFill>
            <a:srgbClr val="7C3AED">
              <a:alpha val="20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3957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startGame()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97980" y="27614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852928"/>
            <a:ext cx="388620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8529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gate()  →  academicBlock()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97980" y="32186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310128"/>
            <a:ext cx="388620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310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libraryPuzzle()  →  clubFair()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97980" y="36758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767328"/>
            <a:ext cx="388620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3767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plaza()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97980" y="4133088"/>
            <a:ext cx="0" cy="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54880" y="4224528"/>
            <a:ext cx="388620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4224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showEnding()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66420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Shaharear Hossain Naffiz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 Programming Implementation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14800" cy="1627632"/>
          </a:xfrm>
          <a:prstGeom prst="rect">
            <a:avLst/>
          </a:prstGeom>
          <a:solidFill>
            <a:srgbClr val="0D1630"/>
          </a:solidFill>
          <a:ln w="1524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4864" cy="162763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Input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used for all player input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name safely stored via scanf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validated before use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1627632"/>
          </a:xfrm>
          <a:prstGeom prst="rect">
            <a:avLst/>
          </a:prstGeom>
          <a:solidFill>
            <a:srgbClr val="0D163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54864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3752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Scene Calling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void function per scene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scene transitions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function call structure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627632"/>
          </a:xfrm>
          <a:prstGeom prst="rect">
            <a:avLst/>
          </a:prstGeom>
          <a:solidFill>
            <a:srgbClr val="0D1630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54864" cy="1627632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3108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Navigation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menu dispatching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per choice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gameplay structure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627632"/>
          </a:xfrm>
          <a:prstGeom prst="rect">
            <a:avLst/>
          </a:prstGeom>
          <a:solidFill>
            <a:srgbClr val="0D1630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54864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3108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Global Variables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knowledge  — academic stat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confidence — social stat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mistakes   — error counter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85623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Shaharear Hossain Naffiz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Input Validation &amp; Debugging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program crash caused by invalid input — core to reliable gameplay.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349240" cy="3246120"/>
          </a:xfrm>
          <a:prstGeom prst="rect">
            <a:avLst/>
          </a:prstGeom>
          <a:solidFill>
            <a:srgbClr val="080F2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5349240" cy="310896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151790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9264" y="151790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4401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getValidChoice.c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847088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getValidChoice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107692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</a:t>
            </a: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368296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628900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("%d", &amp;choice) == </a:t>
            </a: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&amp;&amp;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2889504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choice &gt;= min &amp;&amp; choice &lt;= max) {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150108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</a:t>
            </a: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410712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671316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getchar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!= '\n');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931920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</a:t>
            </a: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("Invalid input. Try again: ");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192524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4453128"/>
            <a:ext cx="5212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1417320"/>
            <a:ext cx="3017520" cy="987552"/>
          </a:xfrm>
          <a:prstGeom prst="rect">
            <a:avLst/>
          </a:prstGeom>
          <a:solidFill>
            <a:srgbClr val="0D163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0" y="1508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Loop Until Valid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181965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while(1) keeps asking until the user provides a valid number in range.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496312"/>
            <a:ext cx="3017520" cy="987552"/>
          </a:xfrm>
          <a:prstGeom prst="rect">
            <a:avLst/>
          </a:prstGeom>
          <a:solidFill>
            <a:srgbClr val="0D163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2587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Range Check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28986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min and max bounds enforced — rejects any out-of-range integer.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3575304"/>
            <a:ext cx="3017520" cy="987552"/>
          </a:xfrm>
          <a:prstGeom prst="rect">
            <a:avLst/>
          </a:prstGeom>
          <a:solidFill>
            <a:srgbClr val="0D163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0" y="36667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Buffer Flush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9776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getchar() clears stdin so leftover characters don't corrupt next read.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2801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Chowdhury Rounak Jahan Bushra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Game Logic &amp; Variable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743200" cy="1920240"/>
          </a:xfrm>
          <a:prstGeom prst="rect">
            <a:avLst/>
          </a:prstGeom>
          <a:solidFill>
            <a:srgbClr val="0D1630"/>
          </a:solidFill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7432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1307592"/>
            <a:ext cx="822960" cy="82296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4963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7432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when player answers academic and library challenges correctly.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170432"/>
            <a:ext cx="2743200" cy="1920240"/>
          </a:xfrm>
          <a:prstGeom prst="rect">
            <a:avLst/>
          </a:prstGeom>
          <a:solidFill>
            <a:srgbClr val="0D1630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64408" y="117043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24528" y="1307592"/>
            <a:ext cx="822960" cy="82296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24528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55848" y="22128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4963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74136" y="27432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when player bravely engages social scenes like Club Fair and Plaza.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170432"/>
            <a:ext cx="2743200" cy="1920240"/>
          </a:xfrm>
          <a:prstGeom prst="rect">
            <a:avLst/>
          </a:prstGeom>
          <a:solidFill>
            <a:srgbClr val="0D163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08776" y="117043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68896" y="1307592"/>
            <a:ext cx="822960" cy="8229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68896" y="1307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0216" y="22128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mistakes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0216" y="24963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18504" y="27432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on wrong answers. High mistakes count leads to poor endings.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163824"/>
            <a:ext cx="8503920" cy="1481328"/>
          </a:xfrm>
          <a:prstGeom prst="rect">
            <a:avLst/>
          </a:prstGeom>
          <a:solidFill>
            <a:srgbClr val="0D1630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236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DECISION LOGIC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1920240" cy="868680"/>
          </a:xfrm>
          <a:prstGeom prst="rect">
            <a:avLst/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Choice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" y="393192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knowledge++ or confidence++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3566160"/>
            <a:ext cx="1920240" cy="868680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0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Choice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33472" y="393192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mistakes++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66160"/>
            <a:ext cx="1920240" cy="868680"/>
          </a:xfrm>
          <a:prstGeom prst="rect">
            <a:avLst/>
          </a:prstGeom>
          <a:solidFill>
            <a:srgbClr val="4F8EF7">
              <a:alpha val="12000"/>
            </a:srgbClr>
          </a:solidFill>
          <a:ln w="9525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93192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scenes unlock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566160"/>
            <a:ext cx="1920240" cy="868680"/>
          </a:xfrm>
          <a:prstGeom prst="rect">
            <a:avLst/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66560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Replayability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39712" y="393192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paths &amp; outcomes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56819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SYSTEM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solidFill>
            <a:srgbClr val="0D1630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Chowdhury Rounak Jahan Bushra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🏁  Ending System &amp; 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1298448"/>
          </a:xfrm>
          <a:prstGeom prst="rect">
            <a:avLst/>
          </a:prstGeom>
          <a:solidFill>
            <a:srgbClr val="0D163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20624" cy="129844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420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Legendary Freshman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0392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if: knowledge &gt;= 6 AND confidence &gt;=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" y="17556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Excelled academically and socially. The ultimate first-day performance.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114800" cy="1298448"/>
          </a:xfrm>
          <a:prstGeom prst="rect">
            <a:avLst/>
          </a:prstGeom>
          <a:solidFill>
            <a:srgbClr val="0D163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20624" cy="1298448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005840"/>
            <a:ext cx="420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9512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Promising Student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39512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if: knowledge &gt;= 3 OR confidence &gt;=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39512" y="17556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real potential. A strong start for your NSU journey.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23160"/>
            <a:ext cx="4114800" cy="1298448"/>
          </a:xfrm>
          <a:prstGeom prst="rect">
            <a:avLst/>
          </a:prstGeom>
          <a:solidFill>
            <a:srgbClr val="0D1630"/>
          </a:solidFill>
          <a:ln w="1905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420624" cy="1298448"/>
          </a:xfrm>
          <a:prstGeom prst="rect">
            <a:avLst/>
          </a:prstGeom>
          <a:solidFill>
            <a:srgbClr val="4F8EF7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423160"/>
            <a:ext cx="420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" y="2514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Steady Starter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0392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if: mistakes &lt;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" y="3172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major errors. Careful and methodical — solid foundations.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4114800" cy="1298448"/>
          </a:xfrm>
          <a:prstGeom prst="rect">
            <a:avLst/>
          </a:prstGeom>
          <a:solidFill>
            <a:srgbClr val="0D1630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423160"/>
            <a:ext cx="420624" cy="1298448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420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9512" y="2514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Chaotic First Day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39512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if: Default — poor performance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9512" y="3172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on all fronts. Time to regroup and try again next semester!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8503920" cy="713232"/>
          </a:xfrm>
          <a:prstGeom prst="rect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Conclusion — </a:t>
            </a: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modular C programming · Decision-based interactive gameplay · Educational and entertaining design · Uses global variables, functions, switch-case and input validation.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246018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24601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" y="61264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24243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 Campus Adventure  —  Gameplay Demonstration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38130" y="1636201"/>
            <a:ext cx="5467739" cy="3219838"/>
          </a:xfrm>
          <a:prstGeom prst="rect">
            <a:avLst/>
          </a:prstGeom>
          <a:solidFill>
            <a:srgbClr val="0D1630"/>
          </a:solidFill>
          <a:ln w="19050">
            <a:solidFill>
              <a:srgbClr val="4F8E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77640" y="27432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🎮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37160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Video / Live Terminal Demo Goes Here 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90070" y="1675918"/>
            <a:ext cx="109728" cy="10972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91238" y="167591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92406" y="167591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1 - Md. Shaharear Hossain Naffiz | Chowdhury Rounak Jahan Bushra | Sumaiya Karim Ilma | Smita Elizabeth Biswas</a:t>
            </a:r>
            <a:endParaRPr lang="en-US" sz="1000" dirty="0"/>
          </a:p>
        </p:txBody>
      </p:sp>
      <p:pic>
        <p:nvPicPr>
          <p:cNvPr id="16" name="WhatsApp Video 2026-04-28 at 21.19.23">
            <a:hlinkClick r:id="" action="ppaction://media"/>
            <a:extLst>
              <a:ext uri="{FF2B5EF4-FFF2-40B4-BE49-F238E27FC236}">
                <a16:creationId xmlns:a16="http://schemas.microsoft.com/office/drawing/2014/main" id="{52B825E8-B64A-A445-8226-3AC2A31168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02010" y="1808507"/>
            <a:ext cx="5345541" cy="3006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62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1016</Words>
  <Application>Microsoft Office PowerPoint</Application>
  <PresentationFormat>On-screen Show (16:9)</PresentationFormat>
  <Paragraphs>202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NSU Campus Adventure</dc:title>
  <dc:subject>PptxGenJS Presentation</dc:subject>
  <dc:creator>NSU CSE115 Group</dc:creator>
  <cp:lastModifiedBy>Shaharear Naffiz</cp:lastModifiedBy>
  <cp:revision>2</cp:revision>
  <dcterms:created xsi:type="dcterms:W3CDTF">2026-04-29T05:22:57Z</dcterms:created>
  <dcterms:modified xsi:type="dcterms:W3CDTF">2026-04-29T06:45:12Z</dcterms:modified>
</cp:coreProperties>
</file>